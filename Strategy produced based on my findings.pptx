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4" r:id="rId1"/>
  </p:sldMasterIdLst>
  <p:sldIdLst>
    <p:sldId id="256" r:id="rId2"/>
    <p:sldId id="258" r:id="rId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725"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1012" y="609601"/>
            <a:ext cx="8676222" cy="3200400"/>
          </a:xfrm>
        </p:spPr>
        <p:txBody>
          <a:bodyPr anchor="b">
            <a:normAutofit/>
          </a:bodyPr>
          <a:lstStyle>
            <a:lvl1pPr algn="ctr">
              <a:defRPr sz="4800">
                <a:effectLst>
                  <a:glow rad="38100">
                    <a:schemeClr val="bg1">
                      <a:lumMod val="65000"/>
                      <a:lumOff val="35000"/>
                      <a:alpha val="50000"/>
                    </a:schemeClr>
                  </a:glow>
                  <a:outerShdw blurRad="28575" dist="31750" dir="13200000" algn="tl" rotWithShape="0">
                    <a:srgbClr val="000000">
                      <a:alpha val="25000"/>
                    </a:srgbClr>
                  </a:outerShdw>
                </a:effectLst>
              </a:defRPr>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76222" cy="1905000"/>
          </a:xfrm>
        </p:spPr>
        <p:txBody>
          <a:bodyPr anchor="t">
            <a:normAutofit/>
          </a:bodyPr>
          <a:lstStyle>
            <a:lvl1pPr marL="0" indent="0" algn="ctr">
              <a:buNone/>
              <a:defRPr sz="2100">
                <a:gradFill flip="none" rotWithShape="1">
                  <a:gsLst>
                    <a:gs pos="0">
                      <a:schemeClr val="tx1"/>
                    </a:gs>
                    <a:gs pos="100000">
                      <a:schemeClr val="tx1">
                        <a:lumMod val="75000"/>
                      </a:schemeClr>
                    </a:gs>
                  </a:gsLst>
                  <a:lin ang="5400000" scaled="0"/>
                  <a:tileRect/>
                </a:gra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CB8841D-92AB-4698-9FC6-D3332B3521B3}" type="datetimeFigureOut">
              <a:rPr lang="en-IN" smtClean="0"/>
              <a:t>09-05-2026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9B67D6C-DCC4-4A0E-9EEF-C6D0DE41B5F7}" type="slidenum">
              <a:rPr lang="en-IN" smtClean="0"/>
              <a:t>‹#›</a:t>
            </a:fld>
            <a:endParaRPr lang="en-IN"/>
          </a:p>
        </p:txBody>
      </p:sp>
    </p:spTree>
    <p:extLst>
      <p:ext uri="{BB962C8B-B14F-4D97-AF65-F5344CB8AC3E}">
        <p14:creationId xmlns:p14="http://schemas.microsoft.com/office/powerpoint/2010/main" val="23071027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CB8841D-92AB-4698-9FC6-D3332B3521B3}" type="datetimeFigureOut">
              <a:rPr lang="en-IN" smtClean="0"/>
              <a:t>09-05-2026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9B67D6C-DCC4-4A0E-9EEF-C6D0DE41B5F7}" type="slidenum">
              <a:rPr lang="en-IN" smtClean="0"/>
              <a:t>‹#›</a:t>
            </a:fld>
            <a:endParaRPr lang="en-IN"/>
          </a:p>
        </p:txBody>
      </p:sp>
    </p:spTree>
    <p:extLst>
      <p:ext uri="{BB962C8B-B14F-4D97-AF65-F5344CB8AC3E}">
        <p14:creationId xmlns:p14="http://schemas.microsoft.com/office/powerpoint/2010/main" val="16745336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51013" y="3308581"/>
            <a:ext cx="8686800" cy="1468800"/>
          </a:xfrm>
        </p:spPr>
        <p:txBody>
          <a:bodyPr anchor="b"/>
          <a:lstStyle>
            <a:lvl1pPr algn="r">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1751011" y="4777381"/>
            <a:ext cx="8686801" cy="860400"/>
          </a:xfrm>
        </p:spPr>
        <p:txBody>
          <a:bodyPr anchor="t">
            <a:normAutofit/>
          </a:bodyPr>
          <a:lstStyle>
            <a:lvl1pPr marL="0" indent="0" algn="r">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CB8841D-92AB-4698-9FC6-D3332B3521B3}" type="datetimeFigureOut">
              <a:rPr lang="en-IN" smtClean="0"/>
              <a:t>09-05-2026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9B67D6C-DCC4-4A0E-9EEF-C6D0DE41B5F7}" type="slidenum">
              <a:rPr lang="en-IN" smtClean="0"/>
              <a:t>‹#›</a:t>
            </a:fld>
            <a:endParaRPr lang="en-IN"/>
          </a:p>
        </p:txBody>
      </p:sp>
    </p:spTree>
    <p:extLst>
      <p:ext uri="{BB962C8B-B14F-4D97-AF65-F5344CB8AC3E}">
        <p14:creationId xmlns:p14="http://schemas.microsoft.com/office/powerpoint/2010/main" val="1544869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2" y="2666999"/>
            <a:ext cx="4876800"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0612" y="2667000"/>
            <a:ext cx="4876800"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CB8841D-92AB-4698-9FC6-D3332B3521B3}" type="datetimeFigureOut">
              <a:rPr lang="en-IN" smtClean="0"/>
              <a:t>09-05-2026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9B67D6C-DCC4-4A0E-9EEF-C6D0DE41B5F7}" type="slidenum">
              <a:rPr lang="en-IN" smtClean="0"/>
              <a:t>‹#›</a:t>
            </a:fld>
            <a:endParaRPr lang="en-IN"/>
          </a:p>
        </p:txBody>
      </p:sp>
    </p:spTree>
    <p:extLst>
      <p:ext uri="{BB962C8B-B14F-4D97-AF65-F5344CB8AC3E}">
        <p14:creationId xmlns:p14="http://schemas.microsoft.com/office/powerpoint/2010/main" val="19023195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429280" y="2658533"/>
            <a:ext cx="4588931"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2" y="3243262"/>
            <a:ext cx="4876800"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43133" y="2667000"/>
            <a:ext cx="4604280"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0612" y="3243262"/>
            <a:ext cx="4876801"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CB8841D-92AB-4698-9FC6-D3332B3521B3}" type="datetimeFigureOut">
              <a:rPr lang="en-IN" smtClean="0"/>
              <a:t>09-05-2026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9B67D6C-DCC4-4A0E-9EEF-C6D0DE41B5F7}" type="slidenum">
              <a:rPr lang="en-IN" smtClean="0"/>
              <a:t>‹#›</a:t>
            </a:fld>
            <a:endParaRPr lang="en-IN"/>
          </a:p>
        </p:txBody>
      </p:sp>
    </p:spTree>
    <p:extLst>
      <p:ext uri="{BB962C8B-B14F-4D97-AF65-F5344CB8AC3E}">
        <p14:creationId xmlns:p14="http://schemas.microsoft.com/office/powerpoint/2010/main" val="1348477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CB8841D-92AB-4698-9FC6-D3332B3521B3}" type="datetimeFigureOut">
              <a:rPr lang="en-IN" smtClean="0"/>
              <a:t>09-05-2026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9B67D6C-DCC4-4A0E-9EEF-C6D0DE41B5F7}" type="slidenum">
              <a:rPr lang="en-IN" smtClean="0"/>
              <a:t>‹#›</a:t>
            </a:fld>
            <a:endParaRPr lang="en-IN"/>
          </a:p>
        </p:txBody>
      </p:sp>
    </p:spTree>
    <p:extLst>
      <p:ext uri="{BB962C8B-B14F-4D97-AF65-F5344CB8AC3E}">
        <p14:creationId xmlns:p14="http://schemas.microsoft.com/office/powerpoint/2010/main" val="41376281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CB8841D-92AB-4698-9FC6-D3332B3521B3}" type="datetimeFigureOut">
              <a:rPr lang="en-IN" smtClean="0"/>
              <a:t>09-05-2026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9B67D6C-DCC4-4A0E-9EEF-C6D0DE41B5F7}" type="slidenum">
              <a:rPr lang="en-IN" smtClean="0"/>
              <a:t>‹#›</a:t>
            </a:fld>
            <a:endParaRPr lang="en-IN"/>
          </a:p>
        </p:txBody>
      </p:sp>
    </p:spTree>
    <p:extLst>
      <p:ext uri="{BB962C8B-B14F-4D97-AF65-F5344CB8AC3E}">
        <p14:creationId xmlns:p14="http://schemas.microsoft.com/office/powerpoint/2010/main" val="12125938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3549121"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103812" y="609601"/>
            <a:ext cx="5943601" cy="51816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1411" y="2971800"/>
            <a:ext cx="3549121" cy="1828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CB8841D-92AB-4698-9FC6-D3332B3521B3}" type="datetimeFigureOut">
              <a:rPr lang="en-IN" smtClean="0"/>
              <a:t>09-05-2026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9B67D6C-DCC4-4A0E-9EEF-C6D0DE41B5F7}" type="slidenum">
              <a:rPr lang="en-IN" smtClean="0"/>
              <a:t>‹#›</a:t>
            </a:fld>
            <a:endParaRPr lang="en-IN"/>
          </a:p>
        </p:txBody>
      </p:sp>
    </p:spTree>
    <p:extLst>
      <p:ext uri="{BB962C8B-B14F-4D97-AF65-F5344CB8AC3E}">
        <p14:creationId xmlns:p14="http://schemas.microsoft.com/office/powerpoint/2010/main" val="7264867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5334001"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433733" y="-18288"/>
            <a:ext cx="3276599" cy="6903720"/>
          </a:xfrm>
          <a:ln w="38100">
            <a:gradFill flip="none" rotWithShape="1">
              <a:gsLst>
                <a:gs pos="0">
                  <a:schemeClr val="bg2"/>
                </a:gs>
                <a:gs pos="100000">
                  <a:schemeClr val="bg2">
                    <a:lumMod val="75000"/>
                  </a:schemeClr>
                </a:gs>
              </a:gsLst>
              <a:lin ang="5400000" scaled="0"/>
              <a:tileRect/>
            </a:gradFill>
          </a:ln>
          <a:effectLst>
            <a:innerShdw blurRad="57150" dist="38100" dir="1080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41411" y="2971800"/>
            <a:ext cx="5334001" cy="1828800"/>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399212" y="5883275"/>
            <a:ext cx="914400" cy="365125"/>
          </a:xfrm>
        </p:spPr>
        <p:txBody>
          <a:bodyPr/>
          <a:lstStyle/>
          <a:p>
            <a:fld id="{9CB8841D-92AB-4698-9FC6-D3332B3521B3}" type="datetimeFigureOut">
              <a:rPr lang="en-IN" smtClean="0"/>
              <a:t>09-05-2026</a:t>
            </a:fld>
            <a:endParaRPr lang="en-IN"/>
          </a:p>
        </p:txBody>
      </p:sp>
      <p:sp>
        <p:nvSpPr>
          <p:cNvPr id="6" name="Footer Placeholder 5"/>
          <p:cNvSpPr>
            <a:spLocks noGrp="1"/>
          </p:cNvSpPr>
          <p:nvPr>
            <p:ph type="ftr" sz="quarter" idx="11"/>
          </p:nvPr>
        </p:nvSpPr>
        <p:spPr>
          <a:xfrm>
            <a:off x="1141412" y="5883275"/>
            <a:ext cx="5105400" cy="365125"/>
          </a:xfrm>
        </p:spPr>
        <p:txBody>
          <a:bodyPr/>
          <a:lstStyle/>
          <a:p>
            <a:endParaRPr lang="en-IN"/>
          </a:p>
        </p:txBody>
      </p:sp>
      <p:sp>
        <p:nvSpPr>
          <p:cNvPr id="7" name="Slide Number Placeholder 6"/>
          <p:cNvSpPr>
            <a:spLocks noGrp="1"/>
          </p:cNvSpPr>
          <p:nvPr>
            <p:ph type="sldNum" sz="quarter" idx="12"/>
          </p:nvPr>
        </p:nvSpPr>
        <p:spPr>
          <a:xfrm>
            <a:off x="10742612" y="5883275"/>
            <a:ext cx="322567" cy="365125"/>
          </a:xfrm>
        </p:spPr>
        <p:txBody>
          <a:bodyPr/>
          <a:lstStyle/>
          <a:p>
            <a:fld id="{B9B67D6C-DCC4-4A0E-9EEF-C6D0DE41B5F7}" type="slidenum">
              <a:rPr lang="en-IN" smtClean="0"/>
              <a:t>‹#›</a:t>
            </a:fld>
            <a:endParaRPr lang="en-IN"/>
          </a:p>
        </p:txBody>
      </p:sp>
    </p:spTree>
    <p:extLst>
      <p:ext uri="{BB962C8B-B14F-4D97-AF65-F5344CB8AC3E}">
        <p14:creationId xmlns:p14="http://schemas.microsoft.com/office/powerpoint/2010/main" val="39433733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4732865"/>
            <a:ext cx="99060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796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41413" y="5299603"/>
            <a:ext cx="9906000" cy="493712"/>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CB8841D-92AB-4698-9FC6-D3332B3521B3}" type="datetimeFigureOut">
              <a:rPr lang="en-IN" smtClean="0"/>
              <a:t>09-05-2026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9B67D6C-DCC4-4A0E-9EEF-C6D0DE41B5F7}" type="slidenum">
              <a:rPr lang="en-IN" smtClean="0"/>
              <a:t>‹#›</a:t>
            </a:fld>
            <a:endParaRPr lang="en-IN"/>
          </a:p>
        </p:txBody>
      </p:sp>
    </p:spTree>
    <p:extLst>
      <p:ext uri="{BB962C8B-B14F-4D97-AF65-F5344CB8AC3E}">
        <p14:creationId xmlns:p14="http://schemas.microsoft.com/office/powerpoint/2010/main" val="41084933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3124199"/>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1141411" y="4343400"/>
            <a:ext cx="9906000" cy="1447800"/>
          </a:xfrm>
        </p:spPr>
        <p:txBody>
          <a:bodyPr anchor="ctr">
            <a:normAutofit/>
          </a:bodyPr>
          <a:lstStyle>
            <a:lvl1pPr marL="0" indent="0" algn="l">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CB8841D-92AB-4698-9FC6-D3332B3521B3}" type="datetimeFigureOut">
              <a:rPr lang="en-IN" smtClean="0"/>
              <a:t>09-05-2026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9B67D6C-DCC4-4A0E-9EEF-C6D0DE41B5F7}" type="slidenum">
              <a:rPr lang="en-IN" smtClean="0"/>
              <a:t>‹#›</a:t>
            </a:fld>
            <a:endParaRPr lang="en-IN"/>
          </a:p>
        </p:txBody>
      </p:sp>
    </p:spTree>
    <p:extLst>
      <p:ext uri="{BB962C8B-B14F-4D97-AF65-F5344CB8AC3E}">
        <p14:creationId xmlns:p14="http://schemas.microsoft.com/office/powerpoint/2010/main" val="4890668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41411" y="4343400"/>
            <a:ext cx="9906000" cy="1447800"/>
          </a:xfrm>
        </p:spPr>
        <p:txBody>
          <a:bodyPr vert="horz" lIns="91440" tIns="45720" rIns="91440" bIns="45720" rtlCol="0" anchor="ctr">
            <a:normAutofit/>
          </a:bodyPr>
          <a:lstStyle>
            <a:lvl1pPr>
              <a:buNone/>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a:t>Click to edit Master text styles</a:t>
            </a:r>
          </a:p>
        </p:txBody>
      </p:sp>
      <p:sp>
        <p:nvSpPr>
          <p:cNvPr id="4" name="Date Placeholder 3"/>
          <p:cNvSpPr>
            <a:spLocks noGrp="1"/>
          </p:cNvSpPr>
          <p:nvPr>
            <p:ph type="dt" sz="half" idx="10"/>
          </p:nvPr>
        </p:nvSpPr>
        <p:spPr/>
        <p:txBody>
          <a:bodyPr/>
          <a:lstStyle/>
          <a:p>
            <a:fld id="{9CB8841D-92AB-4698-9FC6-D3332B3521B3}" type="datetimeFigureOut">
              <a:rPr lang="en-IN" smtClean="0"/>
              <a:t>09-05-2026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9B67D6C-DCC4-4A0E-9EEF-C6D0DE41B5F7}" type="slidenum">
              <a:rPr lang="en-IN" smtClean="0"/>
              <a:t>‹#›</a:t>
            </a:fld>
            <a:endParaRPr lang="en-IN"/>
          </a:p>
        </p:txBody>
      </p:sp>
    </p:spTree>
    <p:extLst>
      <p:ext uri="{BB962C8B-B14F-4D97-AF65-F5344CB8AC3E}">
        <p14:creationId xmlns:p14="http://schemas.microsoft.com/office/powerpoint/2010/main" val="2091054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2" y="3308581"/>
            <a:ext cx="9906000" cy="14688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1141410" y="4777381"/>
            <a:ext cx="9906001" cy="860400"/>
          </a:xfrm>
        </p:spPr>
        <p:txBody>
          <a:bodyPr vert="horz" lIns="91440" tIns="45720" rIns="91440" bIns="45720" rtlCol="0" anchor="t">
            <a:normAutofit/>
          </a:bodyPr>
          <a:lstStyle>
            <a:lvl1pPr>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a:t>Click to edit Master text styles</a:t>
            </a:r>
          </a:p>
        </p:txBody>
      </p:sp>
      <p:sp>
        <p:nvSpPr>
          <p:cNvPr id="4" name="Date Placeholder 3"/>
          <p:cNvSpPr>
            <a:spLocks noGrp="1"/>
          </p:cNvSpPr>
          <p:nvPr>
            <p:ph type="dt" sz="half" idx="10"/>
          </p:nvPr>
        </p:nvSpPr>
        <p:spPr/>
        <p:txBody>
          <a:bodyPr/>
          <a:lstStyle/>
          <a:p>
            <a:fld id="{9CB8841D-92AB-4698-9FC6-D3332B3521B3}" type="datetimeFigureOut">
              <a:rPr lang="en-IN" smtClean="0"/>
              <a:t>09-05-2026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9B67D6C-DCC4-4A0E-9EEF-C6D0DE41B5F7}" type="slidenum">
              <a:rPr lang="en-IN" smtClean="0"/>
              <a:t>‹#›</a:t>
            </a:fld>
            <a:endParaRPr lang="en-IN"/>
          </a:p>
        </p:txBody>
      </p:sp>
    </p:spTree>
    <p:extLst>
      <p:ext uri="{BB962C8B-B14F-4D97-AF65-F5344CB8AC3E}">
        <p14:creationId xmlns:p14="http://schemas.microsoft.com/office/powerpoint/2010/main" val="129736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gradFill flip="none" rotWithShape="1">
                  <a:gsLst>
                    <a:gs pos="0">
                      <a:schemeClr val="tx1"/>
                    </a:gs>
                    <a:gs pos="100000">
                      <a:schemeClr val="tx1">
                        <a:lumMod val="75000"/>
                      </a:schemeClr>
                    </a:gs>
                  </a:gsLst>
                  <a:lin ang="5400000" scaled="0"/>
                  <a:tileRect/>
                </a:gra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141412" y="3886200"/>
            <a:ext cx="9906000" cy="889000"/>
          </a:xfrm>
        </p:spPr>
        <p:txBody>
          <a:bodyPr vert="horz" lIns="91440" tIns="45720" rIns="91440" bIns="45720" rtlCol="0" anchor="b">
            <a:normAutofit/>
          </a:bodyPr>
          <a:lstStyle>
            <a:lvl1pPr>
              <a:buNone/>
              <a:defRPr lang="en-US" sz="24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41411" y="4775200"/>
            <a:ext cx="9906000" cy="10160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CB8841D-92AB-4698-9FC6-D3332B3521B3}" type="datetimeFigureOut">
              <a:rPr lang="en-IN" smtClean="0"/>
              <a:t>09-05-2026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9B67D6C-DCC4-4A0E-9EEF-C6D0DE41B5F7}" type="slidenum">
              <a:rPr lang="en-IN" smtClean="0"/>
              <a:t>‹#›</a:t>
            </a:fld>
            <a:endParaRPr lang="en-IN"/>
          </a:p>
        </p:txBody>
      </p:sp>
    </p:spTree>
    <p:extLst>
      <p:ext uri="{BB962C8B-B14F-4D97-AF65-F5344CB8AC3E}">
        <p14:creationId xmlns:p14="http://schemas.microsoft.com/office/powerpoint/2010/main" val="23678598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141412" y="3505200"/>
            <a:ext cx="9906000" cy="838200"/>
          </a:xfrm>
        </p:spPr>
        <p:txBody>
          <a:bodyPr vert="horz" lIns="91440" tIns="45720" rIns="91440" bIns="45720" rtlCol="0" anchor="b">
            <a:normAutofit/>
          </a:bodyPr>
          <a:lstStyle>
            <a:lvl1pPr>
              <a:buNone/>
              <a:defRPr lang="en-US" sz="28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41411" y="4343400"/>
            <a:ext cx="9906000" cy="14478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CB8841D-92AB-4698-9FC6-D3332B3521B3}" type="datetimeFigureOut">
              <a:rPr lang="en-IN" smtClean="0"/>
              <a:t>09-05-2026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9B67D6C-DCC4-4A0E-9EEF-C6D0DE41B5F7}" type="slidenum">
              <a:rPr lang="en-IN" smtClean="0"/>
              <a:t>‹#›</a:t>
            </a:fld>
            <a:endParaRPr lang="en-IN"/>
          </a:p>
        </p:txBody>
      </p:sp>
    </p:spTree>
    <p:extLst>
      <p:ext uri="{BB962C8B-B14F-4D97-AF65-F5344CB8AC3E}">
        <p14:creationId xmlns:p14="http://schemas.microsoft.com/office/powerpoint/2010/main" val="24839541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CB8841D-92AB-4698-9FC6-D3332B3521B3}" type="datetimeFigureOut">
              <a:rPr lang="en-IN" smtClean="0"/>
              <a:t>09-05-2026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9B67D6C-DCC4-4A0E-9EEF-C6D0DE41B5F7}" type="slidenum">
              <a:rPr lang="en-IN" smtClean="0"/>
              <a:t>‹#›</a:t>
            </a:fld>
            <a:endParaRPr lang="en-IN"/>
          </a:p>
        </p:txBody>
      </p:sp>
    </p:spTree>
    <p:extLst>
      <p:ext uri="{BB962C8B-B14F-4D97-AF65-F5344CB8AC3E}">
        <p14:creationId xmlns:p14="http://schemas.microsoft.com/office/powerpoint/2010/main" val="370821743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609599"/>
            <a:ext cx="2210514"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2" y="609600"/>
            <a:ext cx="7543800"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CB8841D-92AB-4698-9FC6-D3332B3521B3}" type="datetimeFigureOut">
              <a:rPr lang="en-IN" smtClean="0"/>
              <a:t>09-05-2026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9B67D6C-DCC4-4A0E-9EEF-C6D0DE41B5F7}" type="slidenum">
              <a:rPr lang="en-IN" smtClean="0"/>
              <a:t>‹#›</a:t>
            </a:fld>
            <a:endParaRPr lang="en-IN"/>
          </a:p>
        </p:txBody>
      </p:sp>
    </p:spTree>
    <p:extLst>
      <p:ext uri="{BB962C8B-B14F-4D97-AF65-F5344CB8AC3E}">
        <p14:creationId xmlns:p14="http://schemas.microsoft.com/office/powerpoint/2010/main" val="8507786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41413" y="609600"/>
            <a:ext cx="9905998" cy="1905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1413" y="2666999"/>
            <a:ext cx="9905998"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837612" y="5883275"/>
            <a:ext cx="1600200"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9CB8841D-92AB-4698-9FC6-D3332B3521B3}" type="datetimeFigureOut">
              <a:rPr lang="en-IN" smtClean="0"/>
              <a:t>09-05-2026</a:t>
            </a:fld>
            <a:endParaRPr lang="en-IN"/>
          </a:p>
        </p:txBody>
      </p:sp>
      <p:sp>
        <p:nvSpPr>
          <p:cNvPr id="5" name="Footer Placeholder 4"/>
          <p:cNvSpPr>
            <a:spLocks noGrp="1"/>
          </p:cNvSpPr>
          <p:nvPr>
            <p:ph type="ftr" sz="quarter" idx="3"/>
          </p:nvPr>
        </p:nvSpPr>
        <p:spPr>
          <a:xfrm>
            <a:off x="1141412" y="5883275"/>
            <a:ext cx="7543800" cy="365125"/>
          </a:xfrm>
          <a:prstGeom prst="rect">
            <a:avLst/>
          </a:prstGeom>
        </p:spPr>
        <p:txBody>
          <a:bodyPr vert="horz" lIns="91440" tIns="45720" rIns="91440" bIns="45720" rtlCol="0" anchor="ctr"/>
          <a:lstStyle>
            <a:lvl1pPr algn="l">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endParaRPr lang="en-IN"/>
          </a:p>
        </p:txBody>
      </p:sp>
      <p:sp>
        <p:nvSpPr>
          <p:cNvPr id="6" name="Slide Number Placeholder 5"/>
          <p:cNvSpPr>
            <a:spLocks noGrp="1"/>
          </p:cNvSpPr>
          <p:nvPr>
            <p:ph type="sldNum" sz="quarter" idx="4"/>
          </p:nvPr>
        </p:nvSpPr>
        <p:spPr>
          <a:xfrm>
            <a:off x="10514012" y="5883275"/>
            <a:ext cx="551167"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B9B67D6C-DCC4-4A0E-9EEF-C6D0DE41B5F7}" type="slidenum">
              <a:rPr lang="en-IN" smtClean="0"/>
              <a:t>‹#›</a:t>
            </a:fld>
            <a:endParaRPr lang="en-IN"/>
          </a:p>
        </p:txBody>
      </p:sp>
    </p:spTree>
    <p:extLst>
      <p:ext uri="{BB962C8B-B14F-4D97-AF65-F5344CB8AC3E}">
        <p14:creationId xmlns:p14="http://schemas.microsoft.com/office/powerpoint/2010/main" val="625733796"/>
      </p:ext>
    </p:extLst>
  </p:cSld>
  <p:clrMap bg1="dk1" tx1="lt1" bg2="dk2" tx2="lt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706" r:id="rId12"/>
    <p:sldLayoutId id="2147483707" r:id="rId13"/>
    <p:sldLayoutId id="2147483708" r:id="rId14"/>
    <p:sldLayoutId id="2147483709" r:id="rId15"/>
    <p:sldLayoutId id="2147483710" r:id="rId16"/>
    <p:sldLayoutId id="2147483711" r:id="rId17"/>
  </p:sldLayoutIdLst>
  <p:txStyles>
    <p:titleStyle>
      <a:lvl1pPr algn="l" defTabSz="457200" rtl="0" eaLnBrk="1" latinLnBrk="0" hangingPunct="1">
        <a:spcBef>
          <a:spcPct val="0"/>
        </a:spcBef>
        <a:buNone/>
        <a:defRPr sz="3200" kern="1200" cap="all">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100000"/>
        <a:buFont typeface="Arial"/>
        <a:buChar char="•"/>
        <a:defRPr sz="20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0EE2B-9B80-891A-EBEB-58A40D34913C}"/>
              </a:ext>
            </a:extLst>
          </p:cNvPr>
          <p:cNvSpPr>
            <a:spLocks noGrp="1"/>
          </p:cNvSpPr>
          <p:nvPr>
            <p:ph type="ctrTitle"/>
          </p:nvPr>
        </p:nvSpPr>
        <p:spPr>
          <a:xfrm>
            <a:off x="1" y="0"/>
            <a:ext cx="12192000" cy="857266"/>
          </a:xfrm>
        </p:spPr>
        <p:txBody>
          <a:bodyPr>
            <a:normAutofit/>
          </a:bodyPr>
          <a:lstStyle/>
          <a:p>
            <a:r>
              <a:rPr lang="en-IN" b="1" dirty="0">
                <a:solidFill>
                  <a:schemeClr val="accent2">
                    <a:lumMod val="50000"/>
                  </a:schemeClr>
                </a:solidFill>
              </a:rPr>
              <a:t>Strategy based on my findings</a:t>
            </a:r>
          </a:p>
        </p:txBody>
      </p:sp>
      <p:sp>
        <p:nvSpPr>
          <p:cNvPr id="3" name="Subtitle 2">
            <a:extLst>
              <a:ext uri="{FF2B5EF4-FFF2-40B4-BE49-F238E27FC236}">
                <a16:creationId xmlns:a16="http://schemas.microsoft.com/office/drawing/2014/main" id="{48033BFA-E58C-89CD-E066-2702DAEE29A3}"/>
              </a:ext>
            </a:extLst>
          </p:cNvPr>
          <p:cNvSpPr>
            <a:spLocks noGrp="1"/>
          </p:cNvSpPr>
          <p:nvPr>
            <p:ph type="subTitle" idx="1"/>
          </p:nvPr>
        </p:nvSpPr>
        <p:spPr>
          <a:xfrm>
            <a:off x="0" y="1036947"/>
            <a:ext cx="12192000" cy="5665511"/>
          </a:xfrm>
        </p:spPr>
        <p:txBody>
          <a:bodyPr>
            <a:normAutofit lnSpcReduction="10000"/>
          </a:bodyPr>
          <a:lstStyle/>
          <a:p>
            <a:r>
              <a:rPr lang="en-US" sz="3200" b="1" dirty="0">
                <a:solidFill>
                  <a:schemeClr val="tx2"/>
                </a:solidFill>
              </a:rPr>
              <a:t>1. Directional Bias Strategy Using Market Sentiment</a:t>
            </a:r>
          </a:p>
          <a:p>
            <a:endParaRPr lang="en-US" dirty="0">
              <a:solidFill>
                <a:schemeClr val="tx2"/>
              </a:solidFill>
            </a:endParaRPr>
          </a:p>
          <a:p>
            <a:r>
              <a:rPr lang="en-US" dirty="0"/>
              <a:t>The long/short and buy/sell distribution analysis indicates that trader directional behavior changes depending on sentiment classification. Greed periods generally encourage stronger bullish participation whereas Fear periods create more mixed or defensive trading behavior.</a:t>
            </a:r>
          </a:p>
          <a:p>
            <a:endParaRPr lang="en-US" dirty="0"/>
          </a:p>
          <a:p>
            <a:r>
              <a:rPr lang="en-US" sz="3200" b="1" dirty="0">
                <a:solidFill>
                  <a:srgbClr val="00B0F0"/>
                </a:solidFill>
              </a:rPr>
              <a:t>Strategy:</a:t>
            </a:r>
          </a:p>
          <a:p>
            <a:r>
              <a:rPr lang="en-US" dirty="0"/>
              <a:t>1.Prefer trend following long positions during strong Greed sentiment periods.</a:t>
            </a:r>
          </a:p>
          <a:p>
            <a:r>
              <a:rPr lang="en-US" dirty="0"/>
              <a:t>2.Use more defensive positioning and controlled exposure during Fear periods.</a:t>
            </a:r>
          </a:p>
          <a:p>
            <a:r>
              <a:rPr lang="en-US" dirty="0"/>
              <a:t>3.Monitor sudden shifts in long/short activity as an early signal of changing market sentiment.</a:t>
            </a:r>
          </a:p>
          <a:p>
            <a:endParaRPr lang="en-US" dirty="0"/>
          </a:p>
          <a:p>
            <a:r>
              <a:rPr lang="en-US" dirty="0"/>
              <a:t>This approach can help traders adapt their directional bias according to overall market psychology.</a:t>
            </a:r>
            <a:endParaRPr lang="en-IN" dirty="0"/>
          </a:p>
        </p:txBody>
      </p:sp>
    </p:spTree>
    <p:extLst>
      <p:ext uri="{BB962C8B-B14F-4D97-AF65-F5344CB8AC3E}">
        <p14:creationId xmlns:p14="http://schemas.microsoft.com/office/powerpoint/2010/main" val="22675149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F54977-59D1-56FD-6DA5-D678F8264E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8F5AAA-C3BF-6FD6-1F16-20CF6179CB68}"/>
              </a:ext>
            </a:extLst>
          </p:cNvPr>
          <p:cNvSpPr>
            <a:spLocks noGrp="1"/>
          </p:cNvSpPr>
          <p:nvPr>
            <p:ph type="ctrTitle"/>
          </p:nvPr>
        </p:nvSpPr>
        <p:spPr>
          <a:xfrm>
            <a:off x="1" y="0"/>
            <a:ext cx="12192000" cy="857266"/>
          </a:xfrm>
        </p:spPr>
        <p:txBody>
          <a:bodyPr>
            <a:normAutofit/>
          </a:bodyPr>
          <a:lstStyle/>
          <a:p>
            <a:r>
              <a:rPr lang="en-IN" b="1" dirty="0">
                <a:solidFill>
                  <a:schemeClr val="accent2">
                    <a:lumMod val="50000"/>
                  </a:schemeClr>
                </a:solidFill>
              </a:rPr>
              <a:t>Strategy based on my findings</a:t>
            </a:r>
          </a:p>
        </p:txBody>
      </p:sp>
      <p:sp>
        <p:nvSpPr>
          <p:cNvPr id="3" name="Subtitle 2">
            <a:extLst>
              <a:ext uri="{FF2B5EF4-FFF2-40B4-BE49-F238E27FC236}">
                <a16:creationId xmlns:a16="http://schemas.microsoft.com/office/drawing/2014/main" id="{BE25F42A-E2EE-4E5A-3B19-F6BD3C74C914}"/>
              </a:ext>
            </a:extLst>
          </p:cNvPr>
          <p:cNvSpPr>
            <a:spLocks noGrp="1"/>
          </p:cNvSpPr>
          <p:nvPr>
            <p:ph type="subTitle" idx="1"/>
          </p:nvPr>
        </p:nvSpPr>
        <p:spPr>
          <a:xfrm>
            <a:off x="0" y="1036947"/>
            <a:ext cx="12192000" cy="5665511"/>
          </a:xfrm>
        </p:spPr>
        <p:txBody>
          <a:bodyPr>
            <a:normAutofit fontScale="92500" lnSpcReduction="10000"/>
          </a:bodyPr>
          <a:lstStyle/>
          <a:p>
            <a:r>
              <a:rPr lang="en-US" sz="3200" b="1" dirty="0">
                <a:solidFill>
                  <a:schemeClr val="tx2"/>
                </a:solidFill>
              </a:rPr>
              <a:t>2. </a:t>
            </a:r>
            <a:r>
              <a:rPr lang="en-IN" sz="3200" b="1" dirty="0"/>
              <a:t>Trade Frequency Optimization Strategy</a:t>
            </a:r>
            <a:endParaRPr lang="en-US" sz="3200" b="1" dirty="0">
              <a:solidFill>
                <a:schemeClr val="tx2"/>
              </a:solidFill>
            </a:endParaRPr>
          </a:p>
          <a:p>
            <a:endParaRPr lang="en-US" sz="3200" b="1" dirty="0">
              <a:solidFill>
                <a:schemeClr val="tx2"/>
              </a:solidFill>
            </a:endParaRPr>
          </a:p>
          <a:p>
            <a:r>
              <a:rPr lang="en-US" dirty="0"/>
              <a:t>The analysis of number of trades per day suggests that trader frequency varies significantly across sentiment conditions. Extremely high trading frequency may not always translate into better profitability especially during volatile Fear periods.</a:t>
            </a:r>
          </a:p>
          <a:p>
            <a:endParaRPr lang="en-US" dirty="0"/>
          </a:p>
          <a:p>
            <a:r>
              <a:rPr lang="en-US" sz="3200" b="1" dirty="0">
                <a:solidFill>
                  <a:srgbClr val="00B0F0"/>
                </a:solidFill>
              </a:rPr>
              <a:t>Strategy:</a:t>
            </a:r>
          </a:p>
          <a:p>
            <a:r>
              <a:rPr lang="en-US" dirty="0"/>
              <a:t>1.Maintain controlled and consistent trading frequency instead of excessive short _term trading.</a:t>
            </a:r>
          </a:p>
          <a:p>
            <a:r>
              <a:rPr lang="en-US" dirty="0"/>
              <a:t>2.Focus on quality trades rather than quantity during uncertain market conditions.</a:t>
            </a:r>
          </a:p>
          <a:p>
            <a:r>
              <a:rPr lang="en-US" dirty="0"/>
              <a:t>3.Use sentiment indicators alongside trading activity metrics to identify more favorable trading periods.</a:t>
            </a:r>
          </a:p>
          <a:p>
            <a:pPr marL="457200" indent="-457200">
              <a:buAutoNum type="arabicPeriod"/>
            </a:pPr>
            <a:endParaRPr lang="en-US" dirty="0"/>
          </a:p>
          <a:p>
            <a:endParaRPr lang="en-US" dirty="0"/>
          </a:p>
          <a:p>
            <a:r>
              <a:rPr lang="en-US" dirty="0"/>
              <a:t>This strategy can improve trading discipline and reduce noise driven trading decisions.</a:t>
            </a:r>
            <a:endParaRPr lang="en-IN" dirty="0"/>
          </a:p>
        </p:txBody>
      </p:sp>
    </p:spTree>
    <p:extLst>
      <p:ext uri="{BB962C8B-B14F-4D97-AF65-F5344CB8AC3E}">
        <p14:creationId xmlns:p14="http://schemas.microsoft.com/office/powerpoint/2010/main" val="66310037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esh">
  <a:themeElements>
    <a:clrScheme name="Mesh">
      <a:dk1>
        <a:sysClr val="windowText" lastClr="000000"/>
      </a:dk1>
      <a:lt1>
        <a:sysClr val="window" lastClr="FFFFFF"/>
      </a:lt1>
      <a:dk2>
        <a:srgbClr val="363D46"/>
      </a:dk2>
      <a:lt2>
        <a:srgbClr val="EBEBEB"/>
      </a:lt2>
      <a:accent1>
        <a:srgbClr val="6F6F6F"/>
      </a:accent1>
      <a:accent2>
        <a:srgbClr val="BFBFA5"/>
      </a:accent2>
      <a:accent3>
        <a:srgbClr val="DCD084"/>
      </a:accent3>
      <a:accent4>
        <a:srgbClr val="E7BF5F"/>
      </a:accent4>
      <a:accent5>
        <a:srgbClr val="E9A039"/>
      </a:accent5>
      <a:accent6>
        <a:srgbClr val="CF7133"/>
      </a:accent6>
      <a:hlink>
        <a:srgbClr val="F28943"/>
      </a:hlink>
      <a:folHlink>
        <a:srgbClr val="F1B76C"/>
      </a:folHlink>
    </a:clrScheme>
    <a:fontScheme name="Mesh">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Mesh">
      <a:fillStyleLst>
        <a:solidFill>
          <a:schemeClr val="phClr"/>
        </a:solidFill>
        <a:gradFill rotWithShape="1">
          <a:gsLst>
            <a:gs pos="0">
              <a:schemeClr val="phClr">
                <a:tint val="60000"/>
                <a:lumMod val="110000"/>
              </a:schemeClr>
            </a:gs>
            <a:gs pos="100000">
              <a:schemeClr val="phClr">
                <a:tint val="82000"/>
              </a:schemeClr>
            </a:gs>
          </a:gsLst>
          <a:lin ang="5400000" scaled="0"/>
        </a:gradFill>
        <a:gradFill rotWithShape="1">
          <a:gsLst>
            <a:gs pos="0">
              <a:schemeClr val="phClr">
                <a:tint val="96000"/>
                <a:lumMod val="104000"/>
              </a:schemeClr>
            </a:gs>
            <a:gs pos="100000">
              <a:schemeClr val="phClr">
                <a:shade val="84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50800" dist="25400" dir="13500000">
              <a:srgbClr val="000000">
                <a:alpha val="55000"/>
              </a:srgbClr>
            </a:innerShdw>
          </a:effectLst>
        </a:effectStyle>
        <a:effectStyle>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28000"/>
                <a:satMod val="94000"/>
                <a:lumMod val="20000"/>
              </a:schemeClr>
              <a:schemeClr val="phClr">
                <a:tint val="94000"/>
                <a:shade val="84000"/>
                <a:satMod val="148000"/>
                <a:lumMod val="114000"/>
              </a:schemeClr>
            </a:duotone>
          </a:blip>
          <a:stretch/>
        </a:blipFill>
      </a:bgFillStyleLst>
    </a:fmtScheme>
  </a:themeElements>
  <a:objectDefaults/>
  <a:extraClrSchemeLst/>
  <a:extLst>
    <a:ext uri="{05A4C25C-085E-4340-85A3-A5531E510DB2}">
      <thm15:themeFamily xmlns:thm15="http://schemas.microsoft.com/office/thememl/2012/main" name="Mesh" id="{789EC3FE-34FD-429C-9918-760025E6C145}" vid="{B8BE45C0-8141-4D58-8C71-A009BC26FBBB}"/>
    </a:ext>
  </a:extLst>
</a:theme>
</file>

<file path=docProps/app.xml><?xml version="1.0" encoding="utf-8"?>
<Properties xmlns="http://schemas.openxmlformats.org/officeDocument/2006/extended-properties" xmlns:vt="http://schemas.openxmlformats.org/officeDocument/2006/docPropsVTypes">
  <Template>TM03457485[[fn=Mesh]]</Template>
  <TotalTime>20</TotalTime>
  <Words>221</Words>
  <Application>Microsoft Office PowerPoint</Application>
  <PresentationFormat>Widescreen</PresentationFormat>
  <Paragraphs>23</Paragraphs>
  <Slides>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Century Gothic</vt:lpstr>
      <vt:lpstr>Mesh</vt:lpstr>
      <vt:lpstr>Strategy based on my findings</vt:lpstr>
      <vt:lpstr>Strategy based on my findings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Sushil kumar</dc:creator>
  <cp:lastModifiedBy>Sushil kumar</cp:lastModifiedBy>
  <cp:revision>1</cp:revision>
  <dcterms:created xsi:type="dcterms:W3CDTF">2026-05-09T06:22:30Z</dcterms:created>
  <dcterms:modified xsi:type="dcterms:W3CDTF">2026-05-09T06:43:07Z</dcterms:modified>
</cp:coreProperties>
</file>