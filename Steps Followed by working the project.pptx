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92D0FC-C64F-4C59-8906-7DE0BF527B0C}" type="datetimeFigureOut">
              <a:rPr lang="en-IN" smtClean="0"/>
              <a:t>09-05-2026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4BDCC2-2CCD-4555-B7CC-5E6711C03B63}" type="slidenum">
              <a:rPr lang="en-IN" smtClean="0"/>
              <a:t>‹#›</a:t>
            </a:fld>
            <a:endParaRPr lang="en-IN"/>
          </a:p>
        </p:txBody>
      </p:sp>
    </p:spTree>
    <p:extLst>
      <p:ext uri="{BB962C8B-B14F-4D97-AF65-F5344CB8AC3E}">
        <p14:creationId xmlns:p14="http://schemas.microsoft.com/office/powerpoint/2010/main" val="1321999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92D0FC-C64F-4C59-8906-7DE0BF527B0C}" type="datetimeFigureOut">
              <a:rPr lang="en-IN" smtClean="0"/>
              <a:t>09-05-2026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4BDCC2-2CCD-4555-B7CC-5E6711C03B63}" type="slidenum">
              <a:rPr lang="en-IN" smtClean="0"/>
              <a:t>‹#›</a:t>
            </a:fld>
            <a:endParaRPr lang="en-IN"/>
          </a:p>
        </p:txBody>
      </p:sp>
    </p:spTree>
    <p:extLst>
      <p:ext uri="{BB962C8B-B14F-4D97-AF65-F5344CB8AC3E}">
        <p14:creationId xmlns:p14="http://schemas.microsoft.com/office/powerpoint/2010/main" val="794923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92D0FC-C64F-4C59-8906-7DE0BF527B0C}" type="datetimeFigureOut">
              <a:rPr lang="en-IN" smtClean="0"/>
              <a:t>09-05-2026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4BDCC2-2CCD-4555-B7CC-5E6711C03B63}" type="slidenum">
              <a:rPr lang="en-IN" smtClean="0"/>
              <a:t>‹#›</a:t>
            </a:fld>
            <a:endParaRPr lang="en-IN"/>
          </a:p>
        </p:txBody>
      </p:sp>
    </p:spTree>
    <p:extLst>
      <p:ext uri="{BB962C8B-B14F-4D97-AF65-F5344CB8AC3E}">
        <p14:creationId xmlns:p14="http://schemas.microsoft.com/office/powerpoint/2010/main" val="1800594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92D0FC-C64F-4C59-8906-7DE0BF527B0C}" type="datetimeFigureOut">
              <a:rPr lang="en-IN" smtClean="0"/>
              <a:t>09-05-2026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54BDCC2-2CCD-4555-B7CC-5E6711C03B63}" type="slidenum">
              <a:rPr lang="en-IN" smtClean="0"/>
              <a:t>‹#›</a:t>
            </a:fld>
            <a:endParaRPr lang="en-IN"/>
          </a:p>
        </p:txBody>
      </p:sp>
    </p:spTree>
    <p:extLst>
      <p:ext uri="{BB962C8B-B14F-4D97-AF65-F5344CB8AC3E}">
        <p14:creationId xmlns:p14="http://schemas.microsoft.com/office/powerpoint/2010/main" val="2121277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92D0FC-C64F-4C59-8906-7DE0BF527B0C}" type="datetimeFigureOut">
              <a:rPr lang="en-IN" smtClean="0"/>
              <a:t>09-05-2026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54BDCC2-2CCD-4555-B7CC-5E6711C03B63}" type="slidenum">
              <a:rPr lang="en-IN" smtClean="0"/>
              <a:t>‹#›</a:t>
            </a:fld>
            <a:endParaRPr lang="en-IN"/>
          </a:p>
        </p:txBody>
      </p:sp>
    </p:spTree>
    <p:extLst>
      <p:ext uri="{BB962C8B-B14F-4D97-AF65-F5344CB8AC3E}">
        <p14:creationId xmlns:p14="http://schemas.microsoft.com/office/powerpoint/2010/main" val="165814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892D0FC-C64F-4C59-8906-7DE0BF527B0C}" type="datetimeFigureOut">
              <a:rPr lang="en-IN" smtClean="0"/>
              <a:t>09-05-2026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54BDCC2-2CCD-4555-B7CC-5E6711C03B63}" type="slidenum">
              <a:rPr lang="en-IN" smtClean="0"/>
              <a:t>‹#›</a:t>
            </a:fld>
            <a:endParaRPr lang="en-IN"/>
          </a:p>
        </p:txBody>
      </p:sp>
    </p:spTree>
    <p:extLst>
      <p:ext uri="{BB962C8B-B14F-4D97-AF65-F5344CB8AC3E}">
        <p14:creationId xmlns:p14="http://schemas.microsoft.com/office/powerpoint/2010/main" val="735543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92D0FC-C64F-4C59-8906-7DE0BF527B0C}" type="datetimeFigureOut">
              <a:rPr lang="en-IN" smtClean="0"/>
              <a:t>09-05-2026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54BDCC2-2CCD-4555-B7CC-5E6711C03B63}" type="slidenum">
              <a:rPr lang="en-IN" smtClean="0"/>
              <a:t>‹#›</a:t>
            </a:fld>
            <a:endParaRPr lang="en-IN"/>
          </a:p>
        </p:txBody>
      </p:sp>
    </p:spTree>
    <p:extLst>
      <p:ext uri="{BB962C8B-B14F-4D97-AF65-F5344CB8AC3E}">
        <p14:creationId xmlns:p14="http://schemas.microsoft.com/office/powerpoint/2010/main" val="5113986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92D0FC-C64F-4C59-8906-7DE0BF527B0C}" type="datetimeFigureOut">
              <a:rPr lang="en-IN" smtClean="0"/>
              <a:t>09-05-2026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54BDCC2-2CCD-4555-B7CC-5E6711C03B63}" type="slidenum">
              <a:rPr lang="en-IN" smtClean="0"/>
              <a:t>‹#›</a:t>
            </a:fld>
            <a:endParaRPr lang="en-IN"/>
          </a:p>
        </p:txBody>
      </p:sp>
    </p:spTree>
    <p:extLst>
      <p:ext uri="{BB962C8B-B14F-4D97-AF65-F5344CB8AC3E}">
        <p14:creationId xmlns:p14="http://schemas.microsoft.com/office/powerpoint/2010/main" val="9152154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92D0FC-C64F-4C59-8906-7DE0BF527B0C}" type="datetimeFigureOut">
              <a:rPr lang="en-IN" smtClean="0"/>
              <a:t>09-05-2026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54BDCC2-2CCD-4555-B7CC-5E6711C03B63}" type="slidenum">
              <a:rPr lang="en-IN" smtClean="0"/>
              <a:t>‹#›</a:t>
            </a:fld>
            <a:endParaRPr lang="en-IN"/>
          </a:p>
        </p:txBody>
      </p:sp>
    </p:spTree>
    <p:extLst>
      <p:ext uri="{BB962C8B-B14F-4D97-AF65-F5344CB8AC3E}">
        <p14:creationId xmlns:p14="http://schemas.microsoft.com/office/powerpoint/2010/main" val="4171651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92D0FC-C64F-4C59-8906-7DE0BF527B0C}" type="datetimeFigureOut">
              <a:rPr lang="en-IN" smtClean="0"/>
              <a:t>09-05-2026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54BDCC2-2CCD-4555-B7CC-5E6711C03B63}" type="slidenum">
              <a:rPr lang="en-IN" smtClean="0"/>
              <a:t>‹#›</a:t>
            </a:fld>
            <a:endParaRPr lang="en-IN"/>
          </a:p>
        </p:txBody>
      </p:sp>
    </p:spTree>
    <p:extLst>
      <p:ext uri="{BB962C8B-B14F-4D97-AF65-F5344CB8AC3E}">
        <p14:creationId xmlns:p14="http://schemas.microsoft.com/office/powerpoint/2010/main" val="14901205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92D0FC-C64F-4C59-8906-7DE0BF527B0C}" type="datetimeFigureOut">
              <a:rPr lang="en-IN" smtClean="0"/>
              <a:t>09-05-2026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54BDCC2-2CCD-4555-B7CC-5E6711C03B63}" type="slidenum">
              <a:rPr lang="en-IN" smtClean="0"/>
              <a:t>‹#›</a:t>
            </a:fld>
            <a:endParaRPr lang="en-IN"/>
          </a:p>
        </p:txBody>
      </p:sp>
    </p:spTree>
    <p:extLst>
      <p:ext uri="{BB962C8B-B14F-4D97-AF65-F5344CB8AC3E}">
        <p14:creationId xmlns:p14="http://schemas.microsoft.com/office/powerpoint/2010/main" val="26046270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92D0FC-C64F-4C59-8906-7DE0BF527B0C}" type="datetimeFigureOut">
              <a:rPr lang="en-IN" smtClean="0"/>
              <a:t>09-05-2026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54BDCC2-2CCD-4555-B7CC-5E6711C03B63}" type="slidenum">
              <a:rPr lang="en-IN" smtClean="0"/>
              <a:t>‹#›</a:t>
            </a:fld>
            <a:endParaRPr lang="en-IN"/>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9657232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892D0FC-C64F-4C59-8906-7DE0BF527B0C}" type="datetimeFigureOut">
              <a:rPr lang="en-IN" smtClean="0"/>
              <a:t>09-05-2026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54BDCC2-2CCD-4555-B7CC-5E6711C03B63}" type="slidenum">
              <a:rPr lang="en-IN" smtClean="0"/>
              <a:t>‹#›</a:t>
            </a:fld>
            <a:endParaRPr lang="en-IN"/>
          </a:p>
        </p:txBody>
      </p:sp>
    </p:spTree>
    <p:extLst>
      <p:ext uri="{BB962C8B-B14F-4D97-AF65-F5344CB8AC3E}">
        <p14:creationId xmlns:p14="http://schemas.microsoft.com/office/powerpoint/2010/main" val="17020834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892D0FC-C64F-4C59-8906-7DE0BF527B0C}" type="datetimeFigureOut">
              <a:rPr lang="en-IN" smtClean="0"/>
              <a:t>09-05-2026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54BDCC2-2CCD-4555-B7CC-5E6711C03B63}" type="slidenum">
              <a:rPr lang="en-IN" smtClean="0"/>
              <a:t>‹#›</a:t>
            </a:fld>
            <a:endParaRPr lang="en-IN"/>
          </a:p>
        </p:txBody>
      </p:sp>
    </p:spTree>
    <p:extLst>
      <p:ext uri="{BB962C8B-B14F-4D97-AF65-F5344CB8AC3E}">
        <p14:creationId xmlns:p14="http://schemas.microsoft.com/office/powerpoint/2010/main" val="41097273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B892D0FC-C64F-4C59-8906-7DE0BF527B0C}" type="datetimeFigureOut">
              <a:rPr lang="en-IN" smtClean="0"/>
              <a:t>09-05-2026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54BDCC2-2CCD-4555-B7CC-5E6711C03B63}" type="slidenum">
              <a:rPr lang="en-IN" smtClean="0"/>
              <a:t>‹#›</a:t>
            </a:fld>
            <a:endParaRPr lang="en-IN"/>
          </a:p>
        </p:txBody>
      </p:sp>
    </p:spTree>
    <p:extLst>
      <p:ext uri="{BB962C8B-B14F-4D97-AF65-F5344CB8AC3E}">
        <p14:creationId xmlns:p14="http://schemas.microsoft.com/office/powerpoint/2010/main" val="42081647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92D0FC-C64F-4C59-8906-7DE0BF527B0C}" type="datetimeFigureOut">
              <a:rPr lang="en-IN" smtClean="0"/>
              <a:t>09-05-2026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4BDCC2-2CCD-4555-B7CC-5E6711C03B63}" type="slidenum">
              <a:rPr lang="en-IN" smtClean="0"/>
              <a:t>‹#›</a:t>
            </a:fld>
            <a:endParaRPr lang="en-IN"/>
          </a:p>
        </p:txBody>
      </p:sp>
    </p:spTree>
    <p:extLst>
      <p:ext uri="{BB962C8B-B14F-4D97-AF65-F5344CB8AC3E}">
        <p14:creationId xmlns:p14="http://schemas.microsoft.com/office/powerpoint/2010/main" val="40197328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92D0FC-C64F-4C59-8906-7DE0BF527B0C}" type="datetimeFigureOut">
              <a:rPr lang="en-IN" smtClean="0"/>
              <a:t>09-05-2026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54BDCC2-2CCD-4555-B7CC-5E6711C03B63}" type="slidenum">
              <a:rPr lang="en-IN" smtClean="0"/>
              <a:t>‹#›</a:t>
            </a:fld>
            <a:endParaRPr lang="en-IN"/>
          </a:p>
        </p:txBody>
      </p:sp>
    </p:spTree>
    <p:extLst>
      <p:ext uri="{BB962C8B-B14F-4D97-AF65-F5344CB8AC3E}">
        <p14:creationId xmlns:p14="http://schemas.microsoft.com/office/powerpoint/2010/main" val="2737565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B892D0FC-C64F-4C59-8906-7DE0BF527B0C}" type="datetimeFigureOut">
              <a:rPr lang="en-IN" smtClean="0"/>
              <a:t>09-05-2026</a:t>
            </a:fld>
            <a:endParaRPr lang="en-IN"/>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354BDCC2-2CCD-4555-B7CC-5E6711C03B63}" type="slidenum">
              <a:rPr lang="en-IN" smtClean="0"/>
              <a:t>‹#›</a:t>
            </a:fld>
            <a:endParaRPr lang="en-IN"/>
          </a:p>
        </p:txBody>
      </p:sp>
    </p:spTree>
    <p:extLst>
      <p:ext uri="{BB962C8B-B14F-4D97-AF65-F5344CB8AC3E}">
        <p14:creationId xmlns:p14="http://schemas.microsoft.com/office/powerpoint/2010/main" val="230207609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FCCF6-180E-EA81-8E0D-B953F5C5377E}"/>
              </a:ext>
            </a:extLst>
          </p:cNvPr>
          <p:cNvSpPr>
            <a:spLocks noGrp="1"/>
          </p:cNvSpPr>
          <p:nvPr>
            <p:ph type="ctrTitle"/>
          </p:nvPr>
        </p:nvSpPr>
        <p:spPr>
          <a:xfrm>
            <a:off x="0" y="1"/>
            <a:ext cx="12192000" cy="838986"/>
          </a:xfrm>
        </p:spPr>
        <p:txBody>
          <a:bodyPr>
            <a:normAutofit fontScale="90000"/>
          </a:bodyPr>
          <a:lstStyle/>
          <a:p>
            <a:r>
              <a:rPr lang="en-IN" b="1" dirty="0">
                <a:solidFill>
                  <a:schemeClr val="tx2">
                    <a:lumMod val="75000"/>
                  </a:schemeClr>
                </a:solidFill>
              </a:rPr>
              <a:t>Steps followed</a:t>
            </a:r>
          </a:p>
        </p:txBody>
      </p:sp>
      <p:sp>
        <p:nvSpPr>
          <p:cNvPr id="3" name="Subtitle 2">
            <a:extLst>
              <a:ext uri="{FF2B5EF4-FFF2-40B4-BE49-F238E27FC236}">
                <a16:creationId xmlns:a16="http://schemas.microsoft.com/office/drawing/2014/main" id="{39269ACE-E297-A762-BD9D-CD5D832A3159}"/>
              </a:ext>
            </a:extLst>
          </p:cNvPr>
          <p:cNvSpPr>
            <a:spLocks noGrp="1"/>
          </p:cNvSpPr>
          <p:nvPr>
            <p:ph type="subTitle" idx="1"/>
          </p:nvPr>
        </p:nvSpPr>
        <p:spPr>
          <a:xfrm>
            <a:off x="0" y="838987"/>
            <a:ext cx="12192000" cy="6019012"/>
          </a:xfrm>
        </p:spPr>
        <p:txBody>
          <a:bodyPr>
            <a:normAutofit fontScale="77500" lnSpcReduction="20000"/>
          </a:bodyPr>
          <a:lstStyle/>
          <a:p>
            <a:pPr algn="l"/>
            <a:r>
              <a:rPr lang="en-US" sz="1900" b="1" dirty="0"/>
              <a:t>Project Objective:</a:t>
            </a:r>
            <a:br>
              <a:rPr lang="en-US" sz="2200" b="1" dirty="0"/>
            </a:br>
            <a:r>
              <a:rPr lang="en-US" sz="1600" dirty="0"/>
              <a:t>The objective of this project was to analyze the relationship between Bitcoin market sentiment (Fear/Greed Index) and trader behavior using </a:t>
            </a:r>
            <a:r>
              <a:rPr lang="en-US" sz="1600" dirty="0" err="1"/>
              <a:t>Hyperliquid</a:t>
            </a:r>
            <a:r>
              <a:rPr lang="en-US" sz="1600" dirty="0"/>
              <a:t> historical trading data.</a:t>
            </a:r>
          </a:p>
          <a:p>
            <a:pPr algn="l"/>
            <a:r>
              <a:rPr lang="en-US" sz="1900" b="1" dirty="0"/>
              <a:t>Step 1: Data Collection:</a:t>
            </a:r>
            <a:br>
              <a:rPr lang="en-US" sz="1600" dirty="0"/>
            </a:br>
            <a:r>
              <a:rPr lang="en-US" sz="1600" dirty="0"/>
              <a:t>Two datasets were used in this project:</a:t>
            </a:r>
          </a:p>
          <a:p>
            <a:pPr algn="l"/>
            <a:br>
              <a:rPr lang="en-US" sz="1600" dirty="0"/>
            </a:br>
            <a:r>
              <a:rPr lang="en-US" sz="1900" b="1" dirty="0"/>
              <a:t>Step 2: Data Understanding and Inspection:</a:t>
            </a:r>
            <a:br>
              <a:rPr lang="en-US" sz="1600" dirty="0"/>
            </a:br>
            <a:r>
              <a:rPr lang="en-US" sz="1600" dirty="0"/>
              <a:t>Initial exploration of both datasets was performed by:</a:t>
            </a:r>
            <a:br>
              <a:rPr lang="en-US" sz="1600" dirty="0"/>
            </a:br>
            <a:r>
              <a:rPr lang="en-US" sz="1600" dirty="0"/>
              <a:t>1.Checking the number of rows and columns</a:t>
            </a:r>
            <a:br>
              <a:rPr lang="en-US" sz="1600" dirty="0"/>
            </a:br>
            <a:r>
              <a:rPr lang="en-US" sz="1600" dirty="0"/>
              <a:t>2.Identifying missing values</a:t>
            </a:r>
            <a:br>
              <a:rPr lang="en-US" sz="1600" dirty="0"/>
            </a:br>
            <a:r>
              <a:rPr lang="en-US" sz="1600" dirty="0"/>
              <a:t>3.Checking duplicate records</a:t>
            </a:r>
            <a:br>
              <a:rPr lang="en-US" sz="1600" dirty="0"/>
            </a:br>
            <a:r>
              <a:rPr lang="en-US" sz="1600" dirty="0"/>
              <a:t>4.Understanding column names and data types</a:t>
            </a:r>
            <a:br>
              <a:rPr lang="en-US" sz="1600" dirty="0"/>
            </a:br>
            <a:br>
              <a:rPr lang="en-US" sz="1600" dirty="0"/>
            </a:br>
            <a:r>
              <a:rPr lang="en-US" sz="1900" b="1" dirty="0"/>
              <a:t>Step 3: Data Cleaning and Preprocessing:</a:t>
            </a:r>
            <a:br>
              <a:rPr lang="en-US" sz="1600" dirty="0"/>
            </a:br>
            <a:r>
              <a:rPr lang="en-US" sz="1600" dirty="0"/>
              <a:t>The following preprocessing steps were performed:</a:t>
            </a:r>
            <a:br>
              <a:rPr lang="en-US" sz="1600" dirty="0"/>
            </a:br>
            <a:r>
              <a:rPr lang="en-US" sz="1600" dirty="0"/>
              <a:t>1.Converted timestamp columns into datetime format</a:t>
            </a:r>
            <a:br>
              <a:rPr lang="en-US" sz="1600" dirty="0"/>
            </a:br>
            <a:r>
              <a:rPr lang="en-US" sz="1600" dirty="0"/>
              <a:t>2.Extracted date information from timestamp columns</a:t>
            </a:r>
            <a:br>
              <a:rPr lang="en-US" sz="1600" dirty="0"/>
            </a:br>
            <a:r>
              <a:rPr lang="en-US" sz="1600" dirty="0"/>
              <a:t>3.Standardized date formats across both datasets</a:t>
            </a:r>
            <a:br>
              <a:rPr lang="en-US" sz="1600" dirty="0"/>
            </a:br>
            <a:r>
              <a:rPr lang="en-US" sz="1600" dirty="0"/>
              <a:t>4.Removed unnecessary columns where required</a:t>
            </a:r>
            <a:br>
              <a:rPr lang="en-US" sz="1600" dirty="0"/>
            </a:br>
            <a:r>
              <a:rPr lang="en-US" sz="1600" dirty="0"/>
              <a:t>5.Prepared datasets for merging</a:t>
            </a:r>
            <a:br>
              <a:rPr lang="en-US" sz="1600" dirty="0"/>
            </a:br>
            <a:endParaRPr lang="en-US" sz="1600" dirty="0"/>
          </a:p>
          <a:p>
            <a:pPr algn="l"/>
            <a:r>
              <a:rPr lang="en-US" sz="1900" b="1" dirty="0"/>
              <a:t>Step 4: Dataset Merging:</a:t>
            </a:r>
            <a:br>
              <a:rPr lang="en-US" sz="1600" dirty="0"/>
            </a:br>
            <a:r>
              <a:rPr lang="en-US" sz="1600" dirty="0"/>
              <a:t>Both datasets were merged using the Date column in order to combine trader activity with market sentiment classification.</a:t>
            </a:r>
          </a:p>
          <a:p>
            <a:pPr algn="l"/>
            <a:r>
              <a:rPr lang="en-IN" sz="1900" b="1" dirty="0"/>
              <a:t>Step 5: Exploratory Data Analysis (EDA):</a:t>
            </a:r>
            <a:br>
              <a:rPr lang="en-IN" sz="1600" dirty="0"/>
            </a:br>
            <a:r>
              <a:rPr lang="en-IN" sz="1600" dirty="0"/>
              <a:t>Exploratory analysis was performed using pandas, matplotlib, and seaborn libraries. Multiple visualizations and summary statistics were created to understand trader </a:t>
            </a:r>
            <a:r>
              <a:rPr lang="en-IN" sz="1600" dirty="0" err="1"/>
              <a:t>behavior</a:t>
            </a:r>
            <a:r>
              <a:rPr lang="en-IN" sz="1600" dirty="0"/>
              <a:t> under different sentiment conditions.</a:t>
            </a:r>
            <a:r>
              <a:rPr lang="en-US" sz="1600" dirty="0"/>
              <a:t> </a:t>
            </a:r>
          </a:p>
          <a:p>
            <a:pPr algn="l"/>
            <a:r>
              <a:rPr lang="en-US" sz="1900" b="1" dirty="0"/>
              <a:t>Step 6: Visualization:</a:t>
            </a:r>
            <a:br>
              <a:rPr lang="en-US" sz="1600" dirty="0"/>
            </a:br>
            <a:r>
              <a:rPr lang="en-US" sz="1600" dirty="0"/>
              <a:t>Different charts and plots were created for better interpretation of the data, including(Bar chart, Heatmap, Count plot)</a:t>
            </a:r>
          </a:p>
          <a:p>
            <a:pPr algn="l"/>
            <a:r>
              <a:rPr lang="en-US" sz="1900" b="1" dirty="0"/>
              <a:t>Conclusion:</a:t>
            </a:r>
            <a:br>
              <a:rPr lang="en-US" sz="1600" dirty="0"/>
            </a:br>
            <a:r>
              <a:rPr lang="en-US" sz="1600" dirty="0"/>
              <a:t>This project successfully combined market sentiment data with historical trading activity to study trader behavior patterns. The analysis demonstrated how market sentiment can influence trading activity, trading direction, and overall trader performance.</a:t>
            </a:r>
            <a:endParaRPr lang="en-IN" sz="1600" dirty="0"/>
          </a:p>
        </p:txBody>
      </p:sp>
    </p:spTree>
    <p:extLst>
      <p:ext uri="{BB962C8B-B14F-4D97-AF65-F5344CB8AC3E}">
        <p14:creationId xmlns:p14="http://schemas.microsoft.com/office/powerpoint/2010/main" val="26734618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docProps/app.xml><?xml version="1.0" encoding="utf-8"?>
<Properties xmlns="http://schemas.openxmlformats.org/officeDocument/2006/extended-properties" xmlns:vt="http://schemas.openxmlformats.org/officeDocument/2006/docPropsVTypes">
  <Template>Slate</Template>
  <TotalTime>29</TotalTime>
  <Words>294</Words>
  <Application>Microsoft Office PowerPoint</Application>
  <PresentationFormat>Widescreen</PresentationFormat>
  <Paragraphs>8</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Calisto MT</vt:lpstr>
      <vt:lpstr>Wingdings 2</vt:lpstr>
      <vt:lpstr>Slate</vt:lpstr>
      <vt:lpstr>Steps followed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Sushil kumar</dc:creator>
  <cp:lastModifiedBy>Sushil kumar</cp:lastModifiedBy>
  <cp:revision>1</cp:revision>
  <dcterms:created xsi:type="dcterms:W3CDTF">2026-05-09T06:56:17Z</dcterms:created>
  <dcterms:modified xsi:type="dcterms:W3CDTF">2026-05-09T07:25:47Z</dcterms:modified>
</cp:coreProperties>
</file>